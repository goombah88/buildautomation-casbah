
<file path=[Content_Types].xml><?xml version="1.0" encoding="utf-8"?>
<Types xmlns="http://schemas.openxmlformats.org/package/2006/content-types">
  <Default Extension="jpeg" ContentType="image/jpeg"/>
  <Default Extension="jpg&amp;f=1&amp;nofb=1&amp;ipt=4e13b535af013a64f11444e11aa0bfdd950bcdaf9bbd430f5240afb361e64f1b&amp;ipo=images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33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03134B-899C-47B3-E898-0163AEB4248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15700" y="6672580"/>
            <a:ext cx="83343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&amp;f=1&amp;nofb=1&amp;ipt=4e13b535af013a64f11444e11aa0bfdd950bcdaf9bbd430f5240afb361e64f1b&amp;ipo=images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2A44"/>
                </a:solidFill>
              </a:rPr>
              <a:t>Project CASBAH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CLL's Assisted Server Build Automated Helper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One form submission replaces manually bouncing between GitLab, NetBox, vCenter, and hand-running terraform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828800" cy="5080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2A44"/>
                </a:solidFill>
              </a:rPr>
              <a:t>The problem it solves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Server builds used to require manually touching 3-4 separate tools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Manual steps are where typos, forgotten CI variables, and wrong permissions creep in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CASBAH automates the same steps identically every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828800" cy="5080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2A44"/>
                </a:solidFill>
              </a:rPr>
              <a:t>Architecture &amp;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rPr dirty="0"/>
              <a:t>•  Django 6.1, split into two independent long-running processes: web server + background worker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rPr dirty="0"/>
              <a:t>•  django-q2 background task queue — uses the database itself as the queue, no Redis to stand up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rPr dirty="0"/>
              <a:t>•  HTMX + </a:t>
            </a:r>
            <a:r>
              <a:rPr dirty="0" err="1"/>
              <a:t>Alpine.js</a:t>
            </a:r>
            <a:r>
              <a:rPr dirty="0"/>
              <a:t> via CDN — no Node build step, small footprint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rPr dirty="0"/>
              <a:t>•  Dedicated clients for GitLab, </a:t>
            </a:r>
            <a:r>
              <a:rPr dirty="0" err="1"/>
              <a:t>NetBox</a:t>
            </a:r>
            <a:r>
              <a:rPr dirty="0"/>
              <a:t>, vCenter, and </a:t>
            </a:r>
            <a:r>
              <a:rPr dirty="0" err="1"/>
              <a:t>HashiCorp</a:t>
            </a:r>
            <a:r>
              <a:rPr dirty="0"/>
              <a:t> Vault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828800" cy="5080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2A44"/>
                </a:solidFill>
              </a:rPr>
              <a:t>End-to-end pipeline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Form submit → background task creates the GitLab repo (real git clone/push)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→ creates the NetBox VM record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→ GitLab CI runs terraform plan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→ CASBAH auto-merges to main once plan is clean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→ terraform apply auto-triggers once the post-merge plan is clean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What used to need 3-4 manual approval clicks is now hands-off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828800" cy="5080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2A44"/>
                </a:solidFill>
              </a:rP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rPr dirty="0"/>
              <a:t>•  Zero secrets in code or config — every credential comes from Vault at runtime via </a:t>
            </a:r>
            <a:r>
              <a:rPr dirty="0" err="1"/>
              <a:t>AppRole</a:t>
            </a:r>
            <a:r>
              <a:rPr dirty="0"/>
              <a:t> auth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rPr dirty="0"/>
              <a:t>•  Per-build least-privilege tokens: each pipeline gets a short-lived (20-minute) Vault child token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rPr dirty="0"/>
              <a:t>•  Real AD/LDAP authentication, gated to a specific AD group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rPr dirty="0"/>
              <a:t>•  Fails closed: any misconfiguration or LDAP error denies login, never defaults to letting someone in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rPr dirty="0"/>
              <a:t>•  Whole app requires login — no anonymous access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rPr dirty="0"/>
              <a:t>•  Credential redaction: tokens are scrubbed before they can be logged, stored, or emailed</a:t>
            </a: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rPr lang="en-US" dirty="0"/>
              <a:t>•  Login form is protected from SQL and LDAP Injection attacks. The login form itself never touches raw 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828800" cy="5080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2A44"/>
                </a:solidFill>
              </a:rPr>
              <a:t>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rPr dirty="0"/>
              <a:t>•  23</a:t>
            </a:r>
            <a:r>
              <a:rPr lang="en-US" dirty="0"/>
              <a:t>6</a:t>
            </a:r>
            <a:r>
              <a:rPr dirty="0"/>
              <a:t> automated tests, fully offline/mocked, run in under a second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rPr dirty="0"/>
              <a:t>•  Also validated against real infrastructure end-to-end before being called “done”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rPr dirty="0"/>
              <a:t>•  No silent failures — partial failures show exactly which steps completed, nothing auto-rolled-back or hidden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rPr dirty="0"/>
              <a:t>•  Full audit history on every build request, tied to real AD identity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828800" cy="5080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2A44"/>
                </a:solidFill>
              </a:rPr>
              <a:t>Honest gaps / 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Currently on manage.py runserver / SQLite for dev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Production deployment (systemd services or k8s, Postgres, TLS/reverse proxy) is the next phase</a:t>
            </a:r>
          </a:p>
          <a:p>
            <a:pPr>
              <a:spcAft>
                <a:spcPts val="1400"/>
              </a:spcAft>
              <a:defRPr sz="2000">
                <a:solidFill>
                  <a:srgbClr val="1A1A1A"/>
                </a:solidFill>
              </a:defRPr>
            </a:pPr>
            <a:r>
              <a:t>•  Decommission / VM lifecycle management is explicitly out of scope for v1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828800" cy="5080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T'S DEMO TIME! - Happy Homer Meme Generator">
            <a:extLst>
              <a:ext uri="{FF2B5EF4-FFF2-40B4-BE49-F238E27FC236}">
                <a16:creationId xmlns:a16="http://schemas.microsoft.com/office/drawing/2014/main" id="{DFDFC9C1-5EF7-6A5A-3881-432BEB399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693" y="1112108"/>
            <a:ext cx="8274614" cy="46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937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c8f49a32-fde3-48a5-9266-b5b0972a22dc}" enabled="1" method="Standard" siteId="{5ae1af62-9505-4097-a69a-c1553ef7840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423</Words>
  <Application>Microsoft Macintosh PowerPoint</Application>
  <PresentationFormat>Widescreen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Chad Crider -X (chacride - AKKODIS INC at Cisco)</cp:lastModifiedBy>
  <cp:revision>3</cp:revision>
  <dcterms:created xsi:type="dcterms:W3CDTF">2013-01-27T09:14:16Z</dcterms:created>
  <dcterms:modified xsi:type="dcterms:W3CDTF">2026-09-30T20:51:54Z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Cisco Confidential</vt:lpwstr>
  </property>
</Properties>
</file>